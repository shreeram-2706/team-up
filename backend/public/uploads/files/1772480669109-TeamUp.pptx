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galin" charset="1" panose="00000500000000000000"/>
      <p:regular r:id="rId17"/>
    </p:embeddedFont>
    <p:embeddedFont>
      <p:font typeface="Canva Sans Bold Italics" charset="1" panose="020B0803030501040103"/>
      <p:regular r:id="rId18"/>
    </p:embeddedFont>
    <p:embeddedFont>
      <p:font typeface="Fredoka" charset="1" panose="02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Asap Bold Italics" charset="1" panose="020F08040302020D0203"/>
      <p:regular r:id="rId21"/>
    </p:embeddedFont>
    <p:embeddedFont>
      <p:font typeface="Lazydog" charset="1" panose="00000000000000000000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60765" y="-149817"/>
            <a:ext cx="22330348" cy="10586633"/>
          </a:xfrm>
          <a:custGeom>
            <a:avLst/>
            <a:gdLst/>
            <a:ahLst/>
            <a:cxnLst/>
            <a:rect r="r" b="b" t="t" l="l"/>
            <a:pathLst>
              <a:path h="10586633" w="22330348">
                <a:moveTo>
                  <a:pt x="0" y="0"/>
                </a:moveTo>
                <a:lnTo>
                  <a:pt x="22330348" y="0"/>
                </a:lnTo>
                <a:lnTo>
                  <a:pt x="22330348" y="10586634"/>
                </a:lnTo>
                <a:lnTo>
                  <a:pt x="0" y="1058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417145">
            <a:off x="14356447" y="-5662304"/>
            <a:ext cx="2482610" cy="11963665"/>
            <a:chOff x="0" y="0"/>
            <a:chExt cx="653856" cy="31509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3856" cy="3150924"/>
            </a:xfrm>
            <a:custGeom>
              <a:avLst/>
              <a:gdLst/>
              <a:ahLst/>
              <a:cxnLst/>
              <a:rect r="r" b="b" t="t" l="l"/>
              <a:pathLst>
                <a:path h="3150924" w="653856">
                  <a:moveTo>
                    <a:pt x="0" y="0"/>
                  </a:moveTo>
                  <a:lnTo>
                    <a:pt x="653856" y="0"/>
                  </a:lnTo>
                  <a:lnTo>
                    <a:pt x="653856" y="3150924"/>
                  </a:lnTo>
                  <a:lnTo>
                    <a:pt x="0" y="3150924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3856" cy="3189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87913" y="6224830"/>
            <a:ext cx="9400087" cy="2461114"/>
          </a:xfrm>
          <a:custGeom>
            <a:avLst/>
            <a:gdLst/>
            <a:ahLst/>
            <a:cxnLst/>
            <a:rect r="r" b="b" t="t" l="l"/>
            <a:pathLst>
              <a:path h="2461114" w="9400087">
                <a:moveTo>
                  <a:pt x="0" y="0"/>
                </a:moveTo>
                <a:lnTo>
                  <a:pt x="9400087" y="0"/>
                </a:lnTo>
                <a:lnTo>
                  <a:pt x="9400087" y="2461114"/>
                </a:lnTo>
                <a:lnTo>
                  <a:pt x="0" y="246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95746" y="2232276"/>
            <a:ext cx="7863554" cy="7177281"/>
          </a:xfrm>
          <a:custGeom>
            <a:avLst/>
            <a:gdLst/>
            <a:ahLst/>
            <a:cxnLst/>
            <a:rect r="r" b="b" t="t" l="l"/>
            <a:pathLst>
              <a:path h="7177281" w="7863554">
                <a:moveTo>
                  <a:pt x="0" y="0"/>
                </a:moveTo>
                <a:lnTo>
                  <a:pt x="7863554" y="0"/>
                </a:lnTo>
                <a:lnTo>
                  <a:pt x="7863554" y="7177281"/>
                </a:lnTo>
                <a:lnTo>
                  <a:pt x="0" y="71772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612810">
            <a:off x="-1150532" y="-1053173"/>
            <a:ext cx="4197995" cy="11804436"/>
            <a:chOff x="0" y="0"/>
            <a:chExt cx="1105645" cy="3108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5645" cy="3108987"/>
            </a:xfrm>
            <a:custGeom>
              <a:avLst/>
              <a:gdLst/>
              <a:ahLst/>
              <a:cxnLst/>
              <a:rect r="r" b="b" t="t" l="l"/>
              <a:pathLst>
                <a:path h="3108987" w="1105645">
                  <a:moveTo>
                    <a:pt x="0" y="0"/>
                  </a:moveTo>
                  <a:lnTo>
                    <a:pt x="1105645" y="0"/>
                  </a:lnTo>
                  <a:lnTo>
                    <a:pt x="1105645" y="3108987"/>
                  </a:lnTo>
                  <a:lnTo>
                    <a:pt x="0" y="3108987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05645" cy="3147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4695" y="7324280"/>
            <a:ext cx="5248950" cy="918113"/>
            <a:chOff x="0" y="0"/>
            <a:chExt cx="1344454" cy="2351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4454" cy="235163"/>
            </a:xfrm>
            <a:custGeom>
              <a:avLst/>
              <a:gdLst/>
              <a:ahLst/>
              <a:cxnLst/>
              <a:rect r="r" b="b" t="t" l="l"/>
              <a:pathLst>
                <a:path h="235163" w="1344454">
                  <a:moveTo>
                    <a:pt x="117582" y="0"/>
                  </a:moveTo>
                  <a:lnTo>
                    <a:pt x="1226872" y="0"/>
                  </a:lnTo>
                  <a:cubicBezTo>
                    <a:pt x="1291811" y="0"/>
                    <a:pt x="1344454" y="52643"/>
                    <a:pt x="1344454" y="117582"/>
                  </a:cubicBezTo>
                  <a:lnTo>
                    <a:pt x="1344454" y="117582"/>
                  </a:lnTo>
                  <a:cubicBezTo>
                    <a:pt x="1344454" y="182520"/>
                    <a:pt x="1291811" y="235163"/>
                    <a:pt x="1226872" y="235163"/>
                  </a:cubicBezTo>
                  <a:lnTo>
                    <a:pt x="117582" y="235163"/>
                  </a:lnTo>
                  <a:cubicBezTo>
                    <a:pt x="52643" y="235163"/>
                    <a:pt x="0" y="182520"/>
                    <a:pt x="0" y="117582"/>
                  </a:cubicBezTo>
                  <a:lnTo>
                    <a:pt x="0" y="117582"/>
                  </a:lnTo>
                  <a:cubicBezTo>
                    <a:pt x="0" y="52643"/>
                    <a:pt x="52643" y="0"/>
                    <a:pt x="11758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44454" cy="273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523860" y="1116405"/>
            <a:ext cx="735440" cy="215750"/>
          </a:xfrm>
          <a:custGeom>
            <a:avLst/>
            <a:gdLst/>
            <a:ahLst/>
            <a:cxnLst/>
            <a:rect r="r" b="b" t="t" l="l"/>
            <a:pathLst>
              <a:path h="215750" w="735440">
                <a:moveTo>
                  <a:pt x="0" y="0"/>
                </a:moveTo>
                <a:lnTo>
                  <a:pt x="735440" y="0"/>
                </a:lnTo>
                <a:lnTo>
                  <a:pt x="735440" y="215750"/>
                </a:lnTo>
                <a:lnTo>
                  <a:pt x="0" y="21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6289650" y="7444693"/>
            <a:ext cx="677286" cy="677286"/>
          </a:xfrm>
          <a:custGeom>
            <a:avLst/>
            <a:gdLst/>
            <a:ahLst/>
            <a:cxnLst/>
            <a:rect r="r" b="b" t="t" l="l"/>
            <a:pathLst>
              <a:path h="677286" w="677286">
                <a:moveTo>
                  <a:pt x="677287" y="0"/>
                </a:moveTo>
                <a:lnTo>
                  <a:pt x="0" y="0"/>
                </a:lnTo>
                <a:lnTo>
                  <a:pt x="0" y="677286"/>
                </a:lnTo>
                <a:lnTo>
                  <a:pt x="677287" y="677286"/>
                </a:lnTo>
                <a:lnTo>
                  <a:pt x="67728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24843" y="7783336"/>
            <a:ext cx="7970483" cy="2086817"/>
          </a:xfrm>
          <a:custGeom>
            <a:avLst/>
            <a:gdLst/>
            <a:ahLst/>
            <a:cxnLst/>
            <a:rect r="r" b="b" t="t" l="l"/>
            <a:pathLst>
              <a:path h="2086817" w="7970483">
                <a:moveTo>
                  <a:pt x="0" y="0"/>
                </a:moveTo>
                <a:lnTo>
                  <a:pt x="7970483" y="0"/>
                </a:lnTo>
                <a:lnTo>
                  <a:pt x="7970483" y="2086818"/>
                </a:lnTo>
                <a:lnTo>
                  <a:pt x="0" y="2086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0438" y="9068186"/>
            <a:ext cx="4491019" cy="801968"/>
          </a:xfrm>
          <a:custGeom>
            <a:avLst/>
            <a:gdLst/>
            <a:ahLst/>
            <a:cxnLst/>
            <a:rect r="r" b="b" t="t" l="l"/>
            <a:pathLst>
              <a:path h="801968" w="4491019">
                <a:moveTo>
                  <a:pt x="0" y="0"/>
                </a:moveTo>
                <a:lnTo>
                  <a:pt x="4491019" y="0"/>
                </a:lnTo>
                <a:lnTo>
                  <a:pt x="4491019" y="801968"/>
                </a:lnTo>
                <a:lnTo>
                  <a:pt x="0" y="8019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282691" y="9537129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1"/>
                </a:lnTo>
                <a:lnTo>
                  <a:pt x="0" y="7498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95996" y="1934327"/>
            <a:ext cx="293723" cy="1016023"/>
          </a:xfrm>
          <a:custGeom>
            <a:avLst/>
            <a:gdLst/>
            <a:ahLst/>
            <a:cxnLst/>
            <a:rect r="r" b="b" t="t" l="l"/>
            <a:pathLst>
              <a:path h="1016023" w="293723">
                <a:moveTo>
                  <a:pt x="0" y="0"/>
                </a:moveTo>
                <a:lnTo>
                  <a:pt x="293723" y="0"/>
                </a:lnTo>
                <a:lnTo>
                  <a:pt x="293723" y="1016023"/>
                </a:lnTo>
                <a:lnTo>
                  <a:pt x="0" y="10160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924419">
            <a:off x="16998637" y="2347473"/>
            <a:ext cx="422099" cy="863027"/>
          </a:xfrm>
          <a:custGeom>
            <a:avLst/>
            <a:gdLst/>
            <a:ahLst/>
            <a:cxnLst/>
            <a:rect r="r" b="b" t="t" l="l"/>
            <a:pathLst>
              <a:path h="863027" w="422099">
                <a:moveTo>
                  <a:pt x="0" y="0"/>
                </a:moveTo>
                <a:lnTo>
                  <a:pt x="422099" y="0"/>
                </a:lnTo>
                <a:lnTo>
                  <a:pt x="422099" y="863027"/>
                </a:lnTo>
                <a:lnTo>
                  <a:pt x="0" y="86302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94695" y="2483712"/>
            <a:ext cx="11667198" cy="255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3"/>
              </a:lnSpc>
              <a:spcBef>
                <a:spcPct val="0"/>
              </a:spcBef>
            </a:pPr>
            <a:r>
              <a:rPr lang="en-US" sz="14867">
                <a:solidFill>
                  <a:srgbClr val="FEFEFE"/>
                </a:solidFill>
                <a:latin typeface="Gagalin"/>
                <a:ea typeface="Gagalin"/>
                <a:cs typeface="Gagalin"/>
                <a:sym typeface="Gagalin"/>
              </a:rPr>
              <a:t>TEAM</a:t>
            </a:r>
            <a:r>
              <a:rPr lang="en-US" sz="14867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466" y="5098527"/>
            <a:ext cx="7239848" cy="135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16"/>
              </a:lnSpc>
              <a:spcBef>
                <a:spcPct val="0"/>
              </a:spcBef>
            </a:pPr>
            <a:r>
              <a:rPr lang="en-US" sz="3868" strike="noStrike" u="none">
                <a:solidFill>
                  <a:srgbClr val="FEFEFE"/>
                </a:solidFill>
                <a:latin typeface="Gagalin"/>
                <a:ea typeface="Gagalin"/>
                <a:cs typeface="Gagalin"/>
                <a:sym typeface="Gagalin"/>
              </a:rPr>
              <a:t>A Collaborative Platform for Students and Teams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118" y="7379187"/>
            <a:ext cx="4508104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By Innov MasterZ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17359">
            <a:off x="6117097" y="7289004"/>
            <a:ext cx="15881951" cy="5013787"/>
            <a:chOff x="0" y="0"/>
            <a:chExt cx="4182901" cy="13205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82900" cy="1320504"/>
            </a:xfrm>
            <a:custGeom>
              <a:avLst/>
              <a:gdLst/>
              <a:ahLst/>
              <a:cxnLst/>
              <a:rect r="r" b="b" t="t" l="l"/>
              <a:pathLst>
                <a:path h="1320504" w="4182900">
                  <a:moveTo>
                    <a:pt x="2091450" y="0"/>
                  </a:moveTo>
                  <a:cubicBezTo>
                    <a:pt x="936374" y="0"/>
                    <a:pt x="0" y="295605"/>
                    <a:pt x="0" y="660252"/>
                  </a:cubicBezTo>
                  <a:cubicBezTo>
                    <a:pt x="0" y="1024899"/>
                    <a:pt x="936374" y="1320504"/>
                    <a:pt x="2091450" y="1320504"/>
                  </a:cubicBezTo>
                  <a:cubicBezTo>
                    <a:pt x="3246526" y="1320504"/>
                    <a:pt x="4182900" y="1024899"/>
                    <a:pt x="4182900" y="660252"/>
                  </a:cubicBezTo>
                  <a:cubicBezTo>
                    <a:pt x="4182900" y="295605"/>
                    <a:pt x="3246526" y="0"/>
                    <a:pt x="2091450" y="0"/>
                  </a:cubicBezTo>
                  <a:close/>
                </a:path>
              </a:pathLst>
            </a:custGeom>
            <a:solidFill>
              <a:srgbClr val="5C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392147" y="85697"/>
              <a:ext cx="3398607" cy="111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20221" y="7358334"/>
            <a:ext cx="7878093" cy="2062628"/>
          </a:xfrm>
          <a:custGeom>
            <a:avLst/>
            <a:gdLst/>
            <a:ahLst/>
            <a:cxnLst/>
            <a:rect r="r" b="b" t="t" l="l"/>
            <a:pathLst>
              <a:path h="2062628" w="7878093">
                <a:moveTo>
                  <a:pt x="0" y="0"/>
                </a:moveTo>
                <a:lnTo>
                  <a:pt x="7878093" y="0"/>
                </a:lnTo>
                <a:lnTo>
                  <a:pt x="7878093" y="2062628"/>
                </a:lnTo>
                <a:lnTo>
                  <a:pt x="0" y="2062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820221" y="2898409"/>
            <a:ext cx="7263919" cy="5982828"/>
          </a:xfrm>
          <a:custGeom>
            <a:avLst/>
            <a:gdLst/>
            <a:ahLst/>
            <a:cxnLst/>
            <a:rect r="r" b="b" t="t" l="l"/>
            <a:pathLst>
              <a:path h="5982828" w="7263919">
                <a:moveTo>
                  <a:pt x="0" y="0"/>
                </a:moveTo>
                <a:lnTo>
                  <a:pt x="7263919" y="0"/>
                </a:lnTo>
                <a:lnTo>
                  <a:pt x="7263919" y="5982828"/>
                </a:lnTo>
                <a:lnTo>
                  <a:pt x="0" y="59828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1967135">
            <a:off x="-2277442" y="-3501795"/>
            <a:ext cx="8134998" cy="14531518"/>
            <a:chOff x="0" y="0"/>
            <a:chExt cx="2142551" cy="3827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2551" cy="3827231"/>
            </a:xfrm>
            <a:custGeom>
              <a:avLst/>
              <a:gdLst/>
              <a:ahLst/>
              <a:cxnLst/>
              <a:rect r="r" b="b" t="t" l="l"/>
              <a:pathLst>
                <a:path h="3827231" w="2142551">
                  <a:moveTo>
                    <a:pt x="0" y="0"/>
                  </a:moveTo>
                  <a:lnTo>
                    <a:pt x="2142551" y="0"/>
                  </a:lnTo>
                  <a:lnTo>
                    <a:pt x="2142551" y="3827231"/>
                  </a:lnTo>
                  <a:lnTo>
                    <a:pt x="0" y="3827231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42551" cy="3865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14425" y="2858790"/>
            <a:ext cx="8115300" cy="508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52"/>
              </a:lnSpc>
              <a:spcBef>
                <a:spcPct val="0"/>
              </a:spcBef>
            </a:pPr>
            <a:r>
              <a:rPr lang="en-US" sz="3609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mU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p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 a w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b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p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la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tfo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r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b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u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ilt to h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lp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u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d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en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an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d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s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mall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ms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coll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b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or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easily.</a:t>
            </a:r>
          </a:p>
          <a:p>
            <a:pPr algn="l" marL="0" indent="0" lvl="0">
              <a:lnSpc>
                <a:spcPts val="505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5052"/>
              </a:lnSpc>
              <a:spcBef>
                <a:spcPct val="0"/>
              </a:spcBef>
            </a:pP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Instead of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u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sing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u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lt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pl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 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pp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f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r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ch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,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ask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tra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k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ing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,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nd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u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p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d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s,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Up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bring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eve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r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y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ng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i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o o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si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ng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l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platform</a:t>
            </a:r>
            <a:r>
              <a:rPr lang="en-US" sz="3609" strike="noStrike" u="none">
                <a:solidFill>
                  <a:srgbClr val="000000">
                    <a:alpha val="84706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984501" y="9046026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1"/>
                </a:lnTo>
                <a:lnTo>
                  <a:pt x="0" y="7498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720582" y="9420962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1"/>
                </a:lnTo>
                <a:lnTo>
                  <a:pt x="0" y="7498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6523860" y="1116405"/>
            <a:ext cx="735440" cy="215750"/>
          </a:xfrm>
          <a:custGeom>
            <a:avLst/>
            <a:gdLst/>
            <a:ahLst/>
            <a:cxnLst/>
            <a:rect r="r" b="b" t="t" l="l"/>
            <a:pathLst>
              <a:path h="215750" w="735440">
                <a:moveTo>
                  <a:pt x="0" y="0"/>
                </a:moveTo>
                <a:lnTo>
                  <a:pt x="735440" y="0"/>
                </a:lnTo>
                <a:lnTo>
                  <a:pt x="735440" y="215750"/>
                </a:lnTo>
                <a:lnTo>
                  <a:pt x="0" y="215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7747403">
            <a:off x="13575801" y="2021262"/>
            <a:ext cx="710500" cy="1020300"/>
          </a:xfrm>
          <a:custGeom>
            <a:avLst/>
            <a:gdLst/>
            <a:ahLst/>
            <a:cxnLst/>
            <a:rect r="r" b="b" t="t" l="l"/>
            <a:pathLst>
              <a:path h="1020300" w="710500">
                <a:moveTo>
                  <a:pt x="0" y="0"/>
                </a:moveTo>
                <a:lnTo>
                  <a:pt x="710500" y="0"/>
                </a:lnTo>
                <a:lnTo>
                  <a:pt x="710500" y="1020300"/>
                </a:lnTo>
                <a:lnTo>
                  <a:pt x="0" y="10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8553504" y="94689"/>
            <a:ext cx="1352441" cy="1352441"/>
            <a:chOff x="0" y="0"/>
            <a:chExt cx="356199" cy="3561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F6EF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467779" y="0"/>
            <a:ext cx="1352441" cy="1352441"/>
            <a:chOff x="0" y="0"/>
            <a:chExt cx="356199" cy="3561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23547" y="495246"/>
            <a:ext cx="8694432" cy="155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18"/>
              </a:lnSpc>
              <a:spcBef>
                <a:spcPct val="0"/>
              </a:spcBef>
            </a:pPr>
            <a:r>
              <a:rPr lang="en-US" sz="9013" spc="13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INTRODUCTION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70021" y="142314"/>
            <a:ext cx="74795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i="true" strike="noStrike" u="non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2894" y="-589494"/>
            <a:ext cx="9052915" cy="12334473"/>
            <a:chOff x="0" y="0"/>
            <a:chExt cx="2384307" cy="3248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4307" cy="3248585"/>
            </a:xfrm>
            <a:custGeom>
              <a:avLst/>
              <a:gdLst/>
              <a:ahLst/>
              <a:cxnLst/>
              <a:rect r="r" b="b" t="t" l="l"/>
              <a:pathLst>
                <a:path h="3248585" w="2384307">
                  <a:moveTo>
                    <a:pt x="0" y="0"/>
                  </a:moveTo>
                  <a:lnTo>
                    <a:pt x="2384307" y="0"/>
                  </a:lnTo>
                  <a:lnTo>
                    <a:pt x="2384307" y="3248585"/>
                  </a:lnTo>
                  <a:lnTo>
                    <a:pt x="0" y="3248585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84307" cy="3286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967135">
            <a:off x="-3038799" y="-3831662"/>
            <a:ext cx="8134998" cy="14531518"/>
            <a:chOff x="0" y="0"/>
            <a:chExt cx="2142551" cy="3827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2551" cy="3827231"/>
            </a:xfrm>
            <a:custGeom>
              <a:avLst/>
              <a:gdLst/>
              <a:ahLst/>
              <a:cxnLst/>
              <a:rect r="r" b="b" t="t" l="l"/>
              <a:pathLst>
                <a:path h="3827231" w="2142551">
                  <a:moveTo>
                    <a:pt x="0" y="0"/>
                  </a:moveTo>
                  <a:lnTo>
                    <a:pt x="2142551" y="0"/>
                  </a:lnTo>
                  <a:lnTo>
                    <a:pt x="2142551" y="3827231"/>
                  </a:lnTo>
                  <a:lnTo>
                    <a:pt x="0" y="3827231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42551" cy="3865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6737" y="7636833"/>
            <a:ext cx="8951242" cy="2343598"/>
          </a:xfrm>
          <a:custGeom>
            <a:avLst/>
            <a:gdLst/>
            <a:ahLst/>
            <a:cxnLst/>
            <a:rect r="r" b="b" t="t" l="l"/>
            <a:pathLst>
              <a:path h="2343598" w="8951242">
                <a:moveTo>
                  <a:pt x="0" y="0"/>
                </a:moveTo>
                <a:lnTo>
                  <a:pt x="8951242" y="0"/>
                </a:lnTo>
                <a:lnTo>
                  <a:pt x="8951242" y="2343598"/>
                </a:lnTo>
                <a:lnTo>
                  <a:pt x="0" y="2343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68761" y="1773070"/>
            <a:ext cx="4993253" cy="2702598"/>
          </a:xfrm>
          <a:custGeom>
            <a:avLst/>
            <a:gdLst/>
            <a:ahLst/>
            <a:cxnLst/>
            <a:rect r="r" b="b" t="t" l="l"/>
            <a:pathLst>
              <a:path h="2702598" w="4993253">
                <a:moveTo>
                  <a:pt x="0" y="0"/>
                </a:moveTo>
                <a:lnTo>
                  <a:pt x="4993253" y="0"/>
                </a:lnTo>
                <a:lnTo>
                  <a:pt x="4993253" y="2702598"/>
                </a:lnTo>
                <a:lnTo>
                  <a:pt x="0" y="2702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5110" y="3824607"/>
            <a:ext cx="7488991" cy="5296759"/>
          </a:xfrm>
          <a:custGeom>
            <a:avLst/>
            <a:gdLst/>
            <a:ahLst/>
            <a:cxnLst/>
            <a:rect r="r" b="b" t="t" l="l"/>
            <a:pathLst>
              <a:path h="5296759" w="7488991">
                <a:moveTo>
                  <a:pt x="0" y="0"/>
                </a:moveTo>
                <a:lnTo>
                  <a:pt x="7488991" y="0"/>
                </a:lnTo>
                <a:lnTo>
                  <a:pt x="7488991" y="5296760"/>
                </a:lnTo>
                <a:lnTo>
                  <a:pt x="0" y="529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53504" y="94689"/>
            <a:ext cx="1352441" cy="1352441"/>
            <a:chOff x="0" y="0"/>
            <a:chExt cx="356199" cy="356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2B3E5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67779" y="0"/>
            <a:ext cx="1438166" cy="1352441"/>
            <a:chOff x="0" y="0"/>
            <a:chExt cx="378776" cy="3561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8776" cy="356199"/>
            </a:xfrm>
            <a:custGeom>
              <a:avLst/>
              <a:gdLst/>
              <a:ahLst/>
              <a:cxnLst/>
              <a:rect r="r" b="b" t="t" l="l"/>
              <a:pathLst>
                <a:path h="356199" w="378776">
                  <a:moveTo>
                    <a:pt x="0" y="0"/>
                  </a:moveTo>
                  <a:lnTo>
                    <a:pt x="378776" y="0"/>
                  </a:lnTo>
                  <a:lnTo>
                    <a:pt x="378776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EEC04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78776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86862" y="2382011"/>
            <a:ext cx="10757872" cy="105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1"/>
              </a:lnSpc>
            </a:pPr>
            <a:r>
              <a:rPr lang="en-US" sz="7713" spc="11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PROBLEM STATEMENT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0021" y="4361368"/>
            <a:ext cx="9058275" cy="386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7179" indent="-443589" lvl="1">
              <a:lnSpc>
                <a:spcPts val="6163"/>
              </a:lnSpc>
              <a:buFont typeface="Arial"/>
              <a:buChar char="•"/>
            </a:pPr>
            <a:r>
              <a:rPr lang="en-US" sz="4109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Difficulty managing teammates</a:t>
            </a:r>
          </a:p>
          <a:p>
            <a:pPr algn="l" marL="887179" indent="-443589" lvl="1">
              <a:lnSpc>
                <a:spcPts val="6163"/>
              </a:lnSpc>
              <a:buFont typeface="Arial"/>
              <a:buChar char="•"/>
            </a:pPr>
            <a:r>
              <a:rPr lang="en-US" sz="4109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Poor communication</a:t>
            </a:r>
          </a:p>
          <a:p>
            <a:pPr algn="l" marL="887179" indent="-443589" lvl="1">
              <a:lnSpc>
                <a:spcPts val="6163"/>
              </a:lnSpc>
              <a:buFont typeface="Arial"/>
              <a:buChar char="•"/>
            </a:pPr>
            <a:r>
              <a:rPr lang="en-US" sz="4109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Tasks not tracked properly</a:t>
            </a:r>
          </a:p>
          <a:p>
            <a:pPr algn="l" marL="887179" indent="-443589" lvl="1">
              <a:lnSpc>
                <a:spcPts val="6163"/>
              </a:lnSpc>
              <a:buFont typeface="Arial"/>
              <a:buChar char="•"/>
            </a:pPr>
            <a:r>
              <a:rPr lang="en-US" sz="4109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Missing deadlines</a:t>
            </a:r>
          </a:p>
          <a:p>
            <a:pPr algn="l" marL="887179" indent="-443589" lvl="1">
              <a:lnSpc>
                <a:spcPts val="6163"/>
              </a:lnSpc>
              <a:buFont typeface="Arial"/>
              <a:buChar char="•"/>
            </a:pPr>
            <a:r>
              <a:rPr lang="en-US" sz="4109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Confusion due to multiple apps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70021" y="94689"/>
            <a:ext cx="747958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924419">
            <a:off x="6650964" y="4239910"/>
            <a:ext cx="422099" cy="863027"/>
          </a:xfrm>
          <a:custGeom>
            <a:avLst/>
            <a:gdLst/>
            <a:ahLst/>
            <a:cxnLst/>
            <a:rect r="r" b="b" t="t" l="l"/>
            <a:pathLst>
              <a:path h="863027" w="422099">
                <a:moveTo>
                  <a:pt x="0" y="0"/>
                </a:moveTo>
                <a:lnTo>
                  <a:pt x="422099" y="0"/>
                </a:lnTo>
                <a:lnTo>
                  <a:pt x="422099" y="863027"/>
                </a:lnTo>
                <a:lnTo>
                  <a:pt x="0" y="863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311205">
            <a:off x="4377751" y="3319007"/>
            <a:ext cx="422099" cy="863027"/>
          </a:xfrm>
          <a:custGeom>
            <a:avLst/>
            <a:gdLst/>
            <a:ahLst/>
            <a:cxnLst/>
            <a:rect r="r" b="b" t="t" l="l"/>
            <a:pathLst>
              <a:path h="863027" w="422099">
                <a:moveTo>
                  <a:pt x="0" y="0"/>
                </a:moveTo>
                <a:lnTo>
                  <a:pt x="422099" y="0"/>
                </a:lnTo>
                <a:lnTo>
                  <a:pt x="422099" y="863027"/>
                </a:lnTo>
                <a:lnTo>
                  <a:pt x="0" y="863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67135">
            <a:off x="-2651421" y="-3905173"/>
            <a:ext cx="8134998" cy="14531518"/>
            <a:chOff x="0" y="0"/>
            <a:chExt cx="2142551" cy="3827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2551" cy="3827231"/>
            </a:xfrm>
            <a:custGeom>
              <a:avLst/>
              <a:gdLst/>
              <a:ahLst/>
              <a:cxnLst/>
              <a:rect r="r" b="b" t="t" l="l"/>
              <a:pathLst>
                <a:path h="3827231" w="2142551">
                  <a:moveTo>
                    <a:pt x="0" y="0"/>
                  </a:moveTo>
                  <a:lnTo>
                    <a:pt x="2142551" y="0"/>
                  </a:lnTo>
                  <a:lnTo>
                    <a:pt x="2142551" y="3827231"/>
                  </a:lnTo>
                  <a:lnTo>
                    <a:pt x="0" y="3827231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42551" cy="3865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75732">
            <a:off x="-2688548" y="8381946"/>
            <a:ext cx="15881951" cy="5013787"/>
            <a:chOff x="0" y="0"/>
            <a:chExt cx="4182901" cy="1320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82900" cy="1320504"/>
            </a:xfrm>
            <a:custGeom>
              <a:avLst/>
              <a:gdLst/>
              <a:ahLst/>
              <a:cxnLst/>
              <a:rect r="r" b="b" t="t" l="l"/>
              <a:pathLst>
                <a:path h="1320504" w="4182900">
                  <a:moveTo>
                    <a:pt x="2091450" y="0"/>
                  </a:moveTo>
                  <a:cubicBezTo>
                    <a:pt x="936374" y="0"/>
                    <a:pt x="0" y="295605"/>
                    <a:pt x="0" y="660252"/>
                  </a:cubicBezTo>
                  <a:cubicBezTo>
                    <a:pt x="0" y="1024899"/>
                    <a:pt x="936374" y="1320504"/>
                    <a:pt x="2091450" y="1320504"/>
                  </a:cubicBezTo>
                  <a:cubicBezTo>
                    <a:pt x="3246526" y="1320504"/>
                    <a:pt x="4182900" y="1024899"/>
                    <a:pt x="4182900" y="660252"/>
                  </a:cubicBezTo>
                  <a:cubicBezTo>
                    <a:pt x="4182900" y="295605"/>
                    <a:pt x="3246526" y="0"/>
                    <a:pt x="2091450" y="0"/>
                  </a:cubicBez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92147" y="85697"/>
              <a:ext cx="3398607" cy="111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878426" y="9263271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1"/>
                </a:lnTo>
                <a:lnTo>
                  <a:pt x="0" y="749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70382" y="9537129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1"/>
                </a:lnTo>
                <a:lnTo>
                  <a:pt x="0" y="749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00895" y="1143000"/>
            <a:ext cx="6481586" cy="105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1"/>
              </a:lnSpc>
              <a:spcBef>
                <a:spcPct val="0"/>
              </a:spcBef>
            </a:pPr>
            <a:r>
              <a:rPr lang="en-US" sz="7713" spc="11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our solution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700000">
            <a:off x="1946314" y="1857125"/>
            <a:ext cx="749073" cy="1075693"/>
          </a:xfrm>
          <a:custGeom>
            <a:avLst/>
            <a:gdLst/>
            <a:ahLst/>
            <a:cxnLst/>
            <a:rect r="r" b="b" t="t" l="l"/>
            <a:pathLst>
              <a:path h="1075693" w="749073">
                <a:moveTo>
                  <a:pt x="0" y="0"/>
                </a:moveTo>
                <a:lnTo>
                  <a:pt x="749073" y="0"/>
                </a:lnTo>
                <a:lnTo>
                  <a:pt x="749073" y="1075693"/>
                </a:lnTo>
                <a:lnTo>
                  <a:pt x="0" y="1075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553504" y="94689"/>
            <a:ext cx="1352441" cy="1352441"/>
            <a:chOff x="0" y="0"/>
            <a:chExt cx="356199" cy="3561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2B3E5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67779" y="0"/>
            <a:ext cx="1352441" cy="1352441"/>
            <a:chOff x="0" y="0"/>
            <a:chExt cx="356199" cy="3561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EEC04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186683" y="2925823"/>
            <a:ext cx="9847113" cy="563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8636" indent="-459318" lvl="1">
              <a:lnSpc>
                <a:spcPts val="6382"/>
              </a:lnSpc>
              <a:buFont typeface="Arial"/>
              <a:buChar char="•"/>
            </a:pPr>
            <a:r>
              <a:rPr lang="en-US" sz="4254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Centralized project management</a:t>
            </a:r>
          </a:p>
          <a:p>
            <a:pPr algn="l" marL="918636" indent="-459318" lvl="1">
              <a:lnSpc>
                <a:spcPts val="6382"/>
              </a:lnSpc>
              <a:buFont typeface="Arial"/>
              <a:buChar char="•"/>
            </a:pPr>
            <a:r>
              <a:rPr lang="en-US" sz="4254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Task tracking board</a:t>
            </a:r>
          </a:p>
          <a:p>
            <a:pPr algn="l" marL="940226" indent="-470113" lvl="1">
              <a:lnSpc>
                <a:spcPts val="6532"/>
              </a:lnSpc>
              <a:buFont typeface="Arial"/>
              <a:buChar char="•"/>
            </a:pPr>
            <a:r>
              <a:rPr lang="en-US" sz="4354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Real-time chat</a:t>
            </a:r>
          </a:p>
          <a:p>
            <a:pPr algn="l" marL="918636" indent="-459318" lvl="1">
              <a:lnSpc>
                <a:spcPts val="6382"/>
              </a:lnSpc>
              <a:buFont typeface="Arial"/>
              <a:buChar char="•"/>
            </a:pPr>
            <a:r>
              <a:rPr lang="en-US" sz="4254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Notifications system</a:t>
            </a:r>
          </a:p>
          <a:p>
            <a:pPr algn="l" marL="918636" indent="-459318" lvl="1">
              <a:lnSpc>
                <a:spcPts val="6382"/>
              </a:lnSpc>
              <a:buFont typeface="Arial"/>
              <a:buChar char="•"/>
            </a:pPr>
            <a:r>
              <a:rPr lang="en-US" sz="4254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Everything connected in one place</a:t>
            </a:r>
          </a:p>
          <a:p>
            <a:pPr algn="l" marL="918636" indent="-459318" lvl="1">
              <a:lnSpc>
                <a:spcPts val="6382"/>
              </a:lnSpc>
              <a:spcBef>
                <a:spcPct val="0"/>
              </a:spcBef>
              <a:buFont typeface="Arial"/>
              <a:buChar char="•"/>
            </a:pPr>
            <a:r>
              <a:rPr lang="en-US" sz="4254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Updation of Upcoming Events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70021" y="94689"/>
            <a:ext cx="747958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19922" y="2394971"/>
            <a:ext cx="6181470" cy="6868300"/>
          </a:xfrm>
          <a:custGeom>
            <a:avLst/>
            <a:gdLst/>
            <a:ahLst/>
            <a:cxnLst/>
            <a:rect r="r" b="b" t="t" l="l"/>
            <a:pathLst>
              <a:path h="6868300" w="6181470">
                <a:moveTo>
                  <a:pt x="0" y="0"/>
                </a:moveTo>
                <a:lnTo>
                  <a:pt x="6181470" y="0"/>
                </a:lnTo>
                <a:lnTo>
                  <a:pt x="6181470" y="6868300"/>
                </a:lnTo>
                <a:lnTo>
                  <a:pt x="0" y="686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507669" y="2532112"/>
            <a:ext cx="293723" cy="1016023"/>
          </a:xfrm>
          <a:custGeom>
            <a:avLst/>
            <a:gdLst/>
            <a:ahLst/>
            <a:cxnLst/>
            <a:rect r="r" b="b" t="t" l="l"/>
            <a:pathLst>
              <a:path h="1016023" w="293723">
                <a:moveTo>
                  <a:pt x="0" y="0"/>
                </a:moveTo>
                <a:lnTo>
                  <a:pt x="293723" y="0"/>
                </a:lnTo>
                <a:lnTo>
                  <a:pt x="293723" y="1016023"/>
                </a:lnTo>
                <a:lnTo>
                  <a:pt x="0" y="1016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53504" y="94689"/>
            <a:ext cx="1352441" cy="1352441"/>
            <a:chOff x="0" y="0"/>
            <a:chExt cx="356199" cy="3561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2B3E5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67779" y="0"/>
            <a:ext cx="1352441" cy="1352441"/>
            <a:chOff x="0" y="0"/>
            <a:chExt cx="356199" cy="3561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4655" y="709958"/>
            <a:ext cx="6441810" cy="105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1"/>
              </a:lnSpc>
              <a:spcBef>
                <a:spcPct val="0"/>
              </a:spcBef>
            </a:pPr>
            <a:r>
              <a:rPr lang="en-US" sz="7713" spc="11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key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70021" y="94689"/>
            <a:ext cx="747958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25550" y="2181144"/>
            <a:ext cx="10853903" cy="920747"/>
            <a:chOff x="0" y="0"/>
            <a:chExt cx="2858641" cy="242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58641" cy="242501"/>
            </a:xfrm>
            <a:custGeom>
              <a:avLst/>
              <a:gdLst/>
              <a:ahLst/>
              <a:cxnLst/>
              <a:rect r="r" b="b" t="t" l="l"/>
              <a:pathLst>
                <a:path h="242501" w="2858641">
                  <a:moveTo>
                    <a:pt x="14266" y="0"/>
                  </a:moveTo>
                  <a:lnTo>
                    <a:pt x="2844375" y="0"/>
                  </a:lnTo>
                  <a:cubicBezTo>
                    <a:pt x="2852254" y="0"/>
                    <a:pt x="2858641" y="6387"/>
                    <a:pt x="2858641" y="14266"/>
                  </a:cubicBezTo>
                  <a:lnTo>
                    <a:pt x="2858641" y="228236"/>
                  </a:lnTo>
                  <a:cubicBezTo>
                    <a:pt x="2858641" y="236114"/>
                    <a:pt x="2852254" y="242501"/>
                    <a:pt x="2844375" y="242501"/>
                  </a:cubicBezTo>
                  <a:lnTo>
                    <a:pt x="14266" y="242501"/>
                  </a:lnTo>
                  <a:cubicBezTo>
                    <a:pt x="10482" y="242501"/>
                    <a:pt x="6854" y="240998"/>
                    <a:pt x="4178" y="238323"/>
                  </a:cubicBezTo>
                  <a:cubicBezTo>
                    <a:pt x="1503" y="235648"/>
                    <a:pt x="0" y="232019"/>
                    <a:pt x="0" y="228236"/>
                  </a:cubicBezTo>
                  <a:lnTo>
                    <a:pt x="0" y="14266"/>
                  </a:lnTo>
                  <a:cubicBezTo>
                    <a:pt x="0" y="6387"/>
                    <a:pt x="6387" y="0"/>
                    <a:pt x="14266" y="0"/>
                  </a:cubicBezTo>
                  <a:close/>
                </a:path>
              </a:pathLst>
            </a:custGeom>
            <a:solidFill>
              <a:srgbClr val="F8F7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58641" cy="28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5550" y="3520828"/>
            <a:ext cx="10853903" cy="920747"/>
            <a:chOff x="0" y="0"/>
            <a:chExt cx="2858641" cy="2425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58641" cy="242501"/>
            </a:xfrm>
            <a:custGeom>
              <a:avLst/>
              <a:gdLst/>
              <a:ahLst/>
              <a:cxnLst/>
              <a:rect r="r" b="b" t="t" l="l"/>
              <a:pathLst>
                <a:path h="242501" w="2858641">
                  <a:moveTo>
                    <a:pt x="14266" y="0"/>
                  </a:moveTo>
                  <a:lnTo>
                    <a:pt x="2844375" y="0"/>
                  </a:lnTo>
                  <a:cubicBezTo>
                    <a:pt x="2852254" y="0"/>
                    <a:pt x="2858641" y="6387"/>
                    <a:pt x="2858641" y="14266"/>
                  </a:cubicBezTo>
                  <a:lnTo>
                    <a:pt x="2858641" y="228236"/>
                  </a:lnTo>
                  <a:cubicBezTo>
                    <a:pt x="2858641" y="236114"/>
                    <a:pt x="2852254" y="242501"/>
                    <a:pt x="2844375" y="242501"/>
                  </a:cubicBezTo>
                  <a:lnTo>
                    <a:pt x="14266" y="242501"/>
                  </a:lnTo>
                  <a:cubicBezTo>
                    <a:pt x="10482" y="242501"/>
                    <a:pt x="6854" y="240998"/>
                    <a:pt x="4178" y="238323"/>
                  </a:cubicBezTo>
                  <a:cubicBezTo>
                    <a:pt x="1503" y="235648"/>
                    <a:pt x="0" y="232019"/>
                    <a:pt x="0" y="228236"/>
                  </a:cubicBezTo>
                  <a:lnTo>
                    <a:pt x="0" y="14266"/>
                  </a:lnTo>
                  <a:cubicBezTo>
                    <a:pt x="0" y="6387"/>
                    <a:pt x="6387" y="0"/>
                    <a:pt x="14266" y="0"/>
                  </a:cubicBezTo>
                  <a:close/>
                </a:path>
              </a:pathLst>
            </a:custGeom>
            <a:solidFill>
              <a:srgbClr val="F8F7F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58641" cy="28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25550" y="4860511"/>
            <a:ext cx="10853903" cy="920747"/>
            <a:chOff x="0" y="0"/>
            <a:chExt cx="2858641" cy="2425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8641" cy="242501"/>
            </a:xfrm>
            <a:custGeom>
              <a:avLst/>
              <a:gdLst/>
              <a:ahLst/>
              <a:cxnLst/>
              <a:rect r="r" b="b" t="t" l="l"/>
              <a:pathLst>
                <a:path h="242501" w="2858641">
                  <a:moveTo>
                    <a:pt x="14266" y="0"/>
                  </a:moveTo>
                  <a:lnTo>
                    <a:pt x="2844375" y="0"/>
                  </a:lnTo>
                  <a:cubicBezTo>
                    <a:pt x="2852254" y="0"/>
                    <a:pt x="2858641" y="6387"/>
                    <a:pt x="2858641" y="14266"/>
                  </a:cubicBezTo>
                  <a:lnTo>
                    <a:pt x="2858641" y="228236"/>
                  </a:lnTo>
                  <a:cubicBezTo>
                    <a:pt x="2858641" y="236114"/>
                    <a:pt x="2852254" y="242501"/>
                    <a:pt x="2844375" y="242501"/>
                  </a:cubicBezTo>
                  <a:lnTo>
                    <a:pt x="14266" y="242501"/>
                  </a:lnTo>
                  <a:cubicBezTo>
                    <a:pt x="10482" y="242501"/>
                    <a:pt x="6854" y="240998"/>
                    <a:pt x="4178" y="238323"/>
                  </a:cubicBezTo>
                  <a:cubicBezTo>
                    <a:pt x="1503" y="235648"/>
                    <a:pt x="0" y="232019"/>
                    <a:pt x="0" y="228236"/>
                  </a:cubicBezTo>
                  <a:lnTo>
                    <a:pt x="0" y="14266"/>
                  </a:lnTo>
                  <a:cubicBezTo>
                    <a:pt x="0" y="6387"/>
                    <a:pt x="6387" y="0"/>
                    <a:pt x="14266" y="0"/>
                  </a:cubicBezTo>
                  <a:close/>
                </a:path>
              </a:pathLst>
            </a:custGeom>
            <a:solidFill>
              <a:srgbClr val="F8F7F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58641" cy="28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25550" y="6200195"/>
            <a:ext cx="10853903" cy="920747"/>
            <a:chOff x="0" y="0"/>
            <a:chExt cx="2858641" cy="2425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8641" cy="242501"/>
            </a:xfrm>
            <a:custGeom>
              <a:avLst/>
              <a:gdLst/>
              <a:ahLst/>
              <a:cxnLst/>
              <a:rect r="r" b="b" t="t" l="l"/>
              <a:pathLst>
                <a:path h="242501" w="2858641">
                  <a:moveTo>
                    <a:pt x="14266" y="0"/>
                  </a:moveTo>
                  <a:lnTo>
                    <a:pt x="2844375" y="0"/>
                  </a:lnTo>
                  <a:cubicBezTo>
                    <a:pt x="2852254" y="0"/>
                    <a:pt x="2858641" y="6387"/>
                    <a:pt x="2858641" y="14266"/>
                  </a:cubicBezTo>
                  <a:lnTo>
                    <a:pt x="2858641" y="228236"/>
                  </a:lnTo>
                  <a:cubicBezTo>
                    <a:pt x="2858641" y="236114"/>
                    <a:pt x="2852254" y="242501"/>
                    <a:pt x="2844375" y="242501"/>
                  </a:cubicBezTo>
                  <a:lnTo>
                    <a:pt x="14266" y="242501"/>
                  </a:lnTo>
                  <a:cubicBezTo>
                    <a:pt x="10482" y="242501"/>
                    <a:pt x="6854" y="240998"/>
                    <a:pt x="4178" y="238323"/>
                  </a:cubicBezTo>
                  <a:cubicBezTo>
                    <a:pt x="1503" y="235648"/>
                    <a:pt x="0" y="232019"/>
                    <a:pt x="0" y="228236"/>
                  </a:cubicBezTo>
                  <a:lnTo>
                    <a:pt x="0" y="14266"/>
                  </a:lnTo>
                  <a:cubicBezTo>
                    <a:pt x="0" y="6387"/>
                    <a:pt x="6387" y="0"/>
                    <a:pt x="14266" y="0"/>
                  </a:cubicBezTo>
                  <a:close/>
                </a:path>
              </a:pathLst>
            </a:custGeom>
            <a:solidFill>
              <a:srgbClr val="F8F7F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858641" cy="28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14655" y="7711492"/>
            <a:ext cx="10864798" cy="920747"/>
            <a:chOff x="0" y="0"/>
            <a:chExt cx="2861511" cy="2425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61511" cy="242501"/>
            </a:xfrm>
            <a:custGeom>
              <a:avLst/>
              <a:gdLst/>
              <a:ahLst/>
              <a:cxnLst/>
              <a:rect r="r" b="b" t="t" l="l"/>
              <a:pathLst>
                <a:path h="242501" w="2861511">
                  <a:moveTo>
                    <a:pt x="14251" y="0"/>
                  </a:moveTo>
                  <a:lnTo>
                    <a:pt x="2847259" y="0"/>
                  </a:lnTo>
                  <a:cubicBezTo>
                    <a:pt x="2855130" y="0"/>
                    <a:pt x="2861511" y="6381"/>
                    <a:pt x="2861511" y="14251"/>
                  </a:cubicBezTo>
                  <a:lnTo>
                    <a:pt x="2861511" y="228250"/>
                  </a:lnTo>
                  <a:cubicBezTo>
                    <a:pt x="2861511" y="236121"/>
                    <a:pt x="2855130" y="242501"/>
                    <a:pt x="2847259" y="242501"/>
                  </a:cubicBezTo>
                  <a:lnTo>
                    <a:pt x="14251" y="242501"/>
                  </a:lnTo>
                  <a:cubicBezTo>
                    <a:pt x="6381" y="242501"/>
                    <a:pt x="0" y="236121"/>
                    <a:pt x="0" y="228250"/>
                  </a:cubicBezTo>
                  <a:lnTo>
                    <a:pt x="0" y="14251"/>
                  </a:lnTo>
                  <a:cubicBezTo>
                    <a:pt x="0" y="6381"/>
                    <a:pt x="6381" y="0"/>
                    <a:pt x="14251" y="0"/>
                  </a:cubicBezTo>
                  <a:close/>
                </a:path>
              </a:pathLst>
            </a:custGeom>
            <a:solidFill>
              <a:srgbClr val="F8F7F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861511" cy="28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1607" y="2308200"/>
            <a:ext cx="609654" cy="60965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1607" y="3676356"/>
            <a:ext cx="609654" cy="60965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81607" y="5016058"/>
            <a:ext cx="609654" cy="60965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1607" y="6352713"/>
            <a:ext cx="609654" cy="60965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674184" y="2355936"/>
            <a:ext cx="514181" cy="514181"/>
          </a:xfrm>
          <a:custGeom>
            <a:avLst/>
            <a:gdLst/>
            <a:ahLst/>
            <a:cxnLst/>
            <a:rect r="r" b="b" t="t" l="l"/>
            <a:pathLst>
              <a:path h="514181" w="514181">
                <a:moveTo>
                  <a:pt x="0" y="0"/>
                </a:moveTo>
                <a:lnTo>
                  <a:pt x="514181" y="0"/>
                </a:lnTo>
                <a:lnTo>
                  <a:pt x="514181" y="514182"/>
                </a:lnTo>
                <a:lnTo>
                  <a:pt x="0" y="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74184" y="3724092"/>
            <a:ext cx="514181" cy="514181"/>
          </a:xfrm>
          <a:custGeom>
            <a:avLst/>
            <a:gdLst/>
            <a:ahLst/>
            <a:cxnLst/>
            <a:rect r="r" b="b" t="t" l="l"/>
            <a:pathLst>
              <a:path h="514181" w="514181">
                <a:moveTo>
                  <a:pt x="0" y="0"/>
                </a:moveTo>
                <a:lnTo>
                  <a:pt x="514181" y="0"/>
                </a:lnTo>
                <a:lnTo>
                  <a:pt x="514181" y="514181"/>
                </a:lnTo>
                <a:lnTo>
                  <a:pt x="0" y="514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4184" y="5063794"/>
            <a:ext cx="514181" cy="514181"/>
          </a:xfrm>
          <a:custGeom>
            <a:avLst/>
            <a:gdLst/>
            <a:ahLst/>
            <a:cxnLst/>
            <a:rect r="r" b="b" t="t" l="l"/>
            <a:pathLst>
              <a:path h="514181" w="514181">
                <a:moveTo>
                  <a:pt x="0" y="0"/>
                </a:moveTo>
                <a:lnTo>
                  <a:pt x="514181" y="0"/>
                </a:lnTo>
                <a:lnTo>
                  <a:pt x="514181" y="514182"/>
                </a:lnTo>
                <a:lnTo>
                  <a:pt x="0" y="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74184" y="6400449"/>
            <a:ext cx="514181" cy="514181"/>
          </a:xfrm>
          <a:custGeom>
            <a:avLst/>
            <a:gdLst/>
            <a:ahLst/>
            <a:cxnLst/>
            <a:rect r="r" b="b" t="t" l="l"/>
            <a:pathLst>
              <a:path h="514181" w="514181">
                <a:moveTo>
                  <a:pt x="0" y="0"/>
                </a:moveTo>
                <a:lnTo>
                  <a:pt x="514181" y="0"/>
                </a:lnTo>
                <a:lnTo>
                  <a:pt x="514181" y="514181"/>
                </a:lnTo>
                <a:lnTo>
                  <a:pt x="0" y="514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481607" y="7644771"/>
            <a:ext cx="706758" cy="609654"/>
            <a:chOff x="0" y="0"/>
            <a:chExt cx="942344" cy="81287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812872" cy="812872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256769" y="63649"/>
              <a:ext cx="685575" cy="685575"/>
            </a:xfrm>
            <a:custGeom>
              <a:avLst/>
              <a:gdLst/>
              <a:ahLst/>
              <a:cxnLst/>
              <a:rect r="r" b="b" t="t" l="l"/>
              <a:pathLst>
                <a:path h="685575" w="685575">
                  <a:moveTo>
                    <a:pt x="0" y="0"/>
                  </a:moveTo>
                  <a:lnTo>
                    <a:pt x="685575" y="0"/>
                  </a:lnTo>
                  <a:lnTo>
                    <a:pt x="685575" y="685575"/>
                  </a:lnTo>
                  <a:lnTo>
                    <a:pt x="0" y="685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871306" y="2336718"/>
            <a:ext cx="8839932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 User Authent</a:t>
            </a: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ication (JWT</a:t>
            </a: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 secured login/signup)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906508" y="3676401"/>
            <a:ext cx="7237492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Projec</a:t>
            </a: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t Cre</a:t>
            </a: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ation &amp; Team Management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06508" y="4991020"/>
            <a:ext cx="10472945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Task Man</a:t>
            </a: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agement Board (To Do, In Progress, Completed)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906508" y="6352758"/>
            <a:ext cx="5085775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R</a:t>
            </a: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eal-Time Chat (Socket.IO)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06508" y="7781341"/>
            <a:ext cx="4881081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Noti</a:t>
            </a: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fication System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514655" y="9051339"/>
            <a:ext cx="10864798" cy="920747"/>
            <a:chOff x="0" y="0"/>
            <a:chExt cx="2861511" cy="24250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861511" cy="242501"/>
            </a:xfrm>
            <a:custGeom>
              <a:avLst/>
              <a:gdLst/>
              <a:ahLst/>
              <a:cxnLst/>
              <a:rect r="r" b="b" t="t" l="l"/>
              <a:pathLst>
                <a:path h="242501" w="2861511">
                  <a:moveTo>
                    <a:pt x="14251" y="0"/>
                  </a:moveTo>
                  <a:lnTo>
                    <a:pt x="2847259" y="0"/>
                  </a:lnTo>
                  <a:cubicBezTo>
                    <a:pt x="2855130" y="0"/>
                    <a:pt x="2861511" y="6381"/>
                    <a:pt x="2861511" y="14251"/>
                  </a:cubicBezTo>
                  <a:lnTo>
                    <a:pt x="2861511" y="228250"/>
                  </a:lnTo>
                  <a:cubicBezTo>
                    <a:pt x="2861511" y="236121"/>
                    <a:pt x="2855130" y="242501"/>
                    <a:pt x="2847259" y="242501"/>
                  </a:cubicBezTo>
                  <a:lnTo>
                    <a:pt x="14251" y="242501"/>
                  </a:lnTo>
                  <a:cubicBezTo>
                    <a:pt x="6381" y="242501"/>
                    <a:pt x="0" y="236121"/>
                    <a:pt x="0" y="228250"/>
                  </a:cubicBezTo>
                  <a:lnTo>
                    <a:pt x="0" y="14251"/>
                  </a:lnTo>
                  <a:cubicBezTo>
                    <a:pt x="0" y="6381"/>
                    <a:pt x="6381" y="0"/>
                    <a:pt x="14251" y="0"/>
                  </a:cubicBezTo>
                  <a:close/>
                </a:path>
              </a:pathLst>
            </a:custGeom>
            <a:solidFill>
              <a:srgbClr val="F8F7F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861511" cy="28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81607" y="9025951"/>
            <a:ext cx="706758" cy="609654"/>
            <a:chOff x="0" y="0"/>
            <a:chExt cx="942344" cy="812872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812872" cy="812872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256769" y="63649"/>
              <a:ext cx="685575" cy="685575"/>
            </a:xfrm>
            <a:custGeom>
              <a:avLst/>
              <a:gdLst/>
              <a:ahLst/>
              <a:cxnLst/>
              <a:rect r="r" b="b" t="t" l="l"/>
              <a:pathLst>
                <a:path h="685575" w="685575">
                  <a:moveTo>
                    <a:pt x="0" y="0"/>
                  </a:moveTo>
                  <a:lnTo>
                    <a:pt x="685575" y="0"/>
                  </a:lnTo>
                  <a:lnTo>
                    <a:pt x="685575" y="685575"/>
                  </a:lnTo>
                  <a:lnTo>
                    <a:pt x="0" y="685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871306" y="9156114"/>
            <a:ext cx="5895150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Updation of Upcoming Events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3532504" y="2613027"/>
            <a:ext cx="3726796" cy="6590797"/>
          </a:xfrm>
          <a:custGeom>
            <a:avLst/>
            <a:gdLst/>
            <a:ahLst/>
            <a:cxnLst/>
            <a:rect r="r" b="b" t="t" l="l"/>
            <a:pathLst>
              <a:path h="6590797" w="3726796">
                <a:moveTo>
                  <a:pt x="0" y="0"/>
                </a:moveTo>
                <a:lnTo>
                  <a:pt x="3726796" y="0"/>
                </a:lnTo>
                <a:lnTo>
                  <a:pt x="3726796" y="6590796"/>
                </a:lnTo>
                <a:lnTo>
                  <a:pt x="0" y="6590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468124" y="-3448549"/>
            <a:ext cx="6603794" cy="20309646"/>
            <a:chOff x="0" y="0"/>
            <a:chExt cx="1739271" cy="5349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9271" cy="5349042"/>
            </a:xfrm>
            <a:custGeom>
              <a:avLst/>
              <a:gdLst/>
              <a:ahLst/>
              <a:cxnLst/>
              <a:rect r="r" b="b" t="t" l="l"/>
              <a:pathLst>
                <a:path h="5349042" w="1739271">
                  <a:moveTo>
                    <a:pt x="0" y="0"/>
                  </a:moveTo>
                  <a:lnTo>
                    <a:pt x="1739271" y="0"/>
                  </a:lnTo>
                  <a:lnTo>
                    <a:pt x="1739271" y="5349042"/>
                  </a:lnTo>
                  <a:lnTo>
                    <a:pt x="0" y="5349042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39271" cy="5387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7019" y="305135"/>
            <a:ext cx="1438166" cy="1447130"/>
            <a:chOff x="0" y="0"/>
            <a:chExt cx="1917555" cy="192950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14300" y="126252"/>
              <a:ext cx="1803255" cy="1803255"/>
              <a:chOff x="0" y="0"/>
              <a:chExt cx="356199" cy="35619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56199" cy="356199"/>
              </a:xfrm>
              <a:custGeom>
                <a:avLst/>
                <a:gdLst/>
                <a:ahLst/>
                <a:cxnLst/>
                <a:rect r="r" b="b" t="t" l="l"/>
                <a:pathLst>
                  <a:path h="356199" w="356199">
                    <a:moveTo>
                      <a:pt x="0" y="0"/>
                    </a:moveTo>
                    <a:lnTo>
                      <a:pt x="356199" y="0"/>
                    </a:lnTo>
                    <a:lnTo>
                      <a:pt x="356199" y="356199"/>
                    </a:lnTo>
                    <a:lnTo>
                      <a:pt x="0" y="356199"/>
                    </a:lnTo>
                    <a:close/>
                  </a:path>
                </a:pathLst>
              </a:custGeom>
              <a:solidFill>
                <a:srgbClr val="2B3E5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56199" cy="3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803255" cy="1803255"/>
              <a:chOff x="0" y="0"/>
              <a:chExt cx="356199" cy="35619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56199" cy="356199"/>
              </a:xfrm>
              <a:custGeom>
                <a:avLst/>
                <a:gdLst/>
                <a:ahLst/>
                <a:cxnLst/>
                <a:rect r="r" b="b" t="t" l="l"/>
                <a:pathLst>
                  <a:path h="356199" w="356199">
                    <a:moveTo>
                      <a:pt x="0" y="0"/>
                    </a:moveTo>
                    <a:lnTo>
                      <a:pt x="356199" y="0"/>
                    </a:lnTo>
                    <a:lnTo>
                      <a:pt x="356199" y="356199"/>
                    </a:lnTo>
                    <a:lnTo>
                      <a:pt x="0" y="356199"/>
                    </a:lnTo>
                    <a:close/>
                  </a:path>
                </a:pathLst>
              </a:custGeom>
              <a:solidFill>
                <a:srgbClr val="EEC04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56199" cy="3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02989" y="161177"/>
              <a:ext cx="997277" cy="130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59"/>
                </a:lnSpc>
              </a:pPr>
              <a:r>
                <a:rPr lang="en-US" sz="5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04862" y="1752265"/>
            <a:ext cx="11854438" cy="8255906"/>
          </a:xfrm>
          <a:custGeom>
            <a:avLst/>
            <a:gdLst/>
            <a:ahLst/>
            <a:cxnLst/>
            <a:rect r="r" b="b" t="t" l="l"/>
            <a:pathLst>
              <a:path h="8255906" w="11854438">
                <a:moveTo>
                  <a:pt x="0" y="0"/>
                </a:moveTo>
                <a:lnTo>
                  <a:pt x="11854438" y="0"/>
                </a:lnTo>
                <a:lnTo>
                  <a:pt x="11854438" y="8255906"/>
                </a:lnTo>
                <a:lnTo>
                  <a:pt x="0" y="825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963" r="-4491" b="-1243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09491" y="419435"/>
            <a:ext cx="10313732" cy="105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1"/>
              </a:lnSpc>
              <a:spcBef>
                <a:spcPct val="0"/>
              </a:spcBef>
            </a:pPr>
            <a:r>
              <a:rPr lang="en-US" sz="7713" spc="11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WORK FLOW DIAGRAM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87019" y="3067576"/>
            <a:ext cx="5062756" cy="5625284"/>
          </a:xfrm>
          <a:custGeom>
            <a:avLst/>
            <a:gdLst/>
            <a:ahLst/>
            <a:cxnLst/>
            <a:rect r="r" b="b" t="t" l="l"/>
            <a:pathLst>
              <a:path h="5625284" w="5062756">
                <a:moveTo>
                  <a:pt x="0" y="0"/>
                </a:moveTo>
                <a:lnTo>
                  <a:pt x="5062756" y="0"/>
                </a:lnTo>
                <a:lnTo>
                  <a:pt x="5062756" y="5625284"/>
                </a:lnTo>
                <a:lnTo>
                  <a:pt x="0" y="5625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3201" y="667333"/>
            <a:ext cx="13773003" cy="105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1"/>
              </a:lnSpc>
              <a:spcBef>
                <a:spcPct val="0"/>
              </a:spcBef>
            </a:pPr>
            <a:r>
              <a:rPr lang="en-US" sz="7713" spc="11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Technologies Used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7019" y="412661"/>
            <a:ext cx="1438166" cy="1447130"/>
            <a:chOff x="0" y="0"/>
            <a:chExt cx="1917555" cy="192950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14300" y="126252"/>
              <a:ext cx="1803255" cy="1803255"/>
              <a:chOff x="0" y="0"/>
              <a:chExt cx="356199" cy="35619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56199" cy="356199"/>
              </a:xfrm>
              <a:custGeom>
                <a:avLst/>
                <a:gdLst/>
                <a:ahLst/>
                <a:cxnLst/>
                <a:rect r="r" b="b" t="t" l="l"/>
                <a:pathLst>
                  <a:path h="356199" w="356199">
                    <a:moveTo>
                      <a:pt x="0" y="0"/>
                    </a:moveTo>
                    <a:lnTo>
                      <a:pt x="356199" y="0"/>
                    </a:lnTo>
                    <a:lnTo>
                      <a:pt x="356199" y="356199"/>
                    </a:lnTo>
                    <a:lnTo>
                      <a:pt x="0" y="356199"/>
                    </a:lnTo>
                    <a:close/>
                  </a:path>
                </a:pathLst>
              </a:custGeom>
              <a:solidFill>
                <a:srgbClr val="2B3E5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56199" cy="3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803255" cy="1803255"/>
              <a:chOff x="0" y="0"/>
              <a:chExt cx="356199" cy="35619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56199" cy="356199"/>
              </a:xfrm>
              <a:custGeom>
                <a:avLst/>
                <a:gdLst/>
                <a:ahLst/>
                <a:cxnLst/>
                <a:rect r="r" b="b" t="t" l="l"/>
                <a:pathLst>
                  <a:path h="356199" w="356199">
                    <a:moveTo>
                      <a:pt x="0" y="0"/>
                    </a:moveTo>
                    <a:lnTo>
                      <a:pt x="356199" y="0"/>
                    </a:lnTo>
                    <a:lnTo>
                      <a:pt x="356199" y="356199"/>
                    </a:lnTo>
                    <a:lnTo>
                      <a:pt x="0" y="356199"/>
                    </a:lnTo>
                    <a:close/>
                  </a:path>
                </a:pathLst>
              </a:custGeom>
              <a:solidFill>
                <a:srgbClr val="EEC04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56199" cy="3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02989" y="161177"/>
              <a:ext cx="997277" cy="130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59"/>
                </a:lnSpc>
              </a:pPr>
              <a:r>
                <a:rPr lang="en-US" sz="5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7019" y="2920292"/>
            <a:ext cx="8325194" cy="5685252"/>
            <a:chOff x="0" y="0"/>
            <a:chExt cx="1161484" cy="7931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1484" cy="793174"/>
            </a:xfrm>
            <a:custGeom>
              <a:avLst/>
              <a:gdLst/>
              <a:ahLst/>
              <a:cxnLst/>
              <a:rect r="r" b="b" t="t" l="l"/>
              <a:pathLst>
                <a:path h="793174" w="1161484">
                  <a:moveTo>
                    <a:pt x="26968" y="0"/>
                  </a:moveTo>
                  <a:lnTo>
                    <a:pt x="1134516" y="0"/>
                  </a:lnTo>
                  <a:cubicBezTo>
                    <a:pt x="1141668" y="0"/>
                    <a:pt x="1148527" y="2841"/>
                    <a:pt x="1153585" y="7899"/>
                  </a:cubicBezTo>
                  <a:cubicBezTo>
                    <a:pt x="1158642" y="12956"/>
                    <a:pt x="1161484" y="19816"/>
                    <a:pt x="1161484" y="26968"/>
                  </a:cubicBezTo>
                  <a:lnTo>
                    <a:pt x="1161484" y="766206"/>
                  </a:lnTo>
                  <a:cubicBezTo>
                    <a:pt x="1161484" y="781100"/>
                    <a:pt x="1149410" y="793174"/>
                    <a:pt x="1134516" y="793174"/>
                  </a:cubicBezTo>
                  <a:lnTo>
                    <a:pt x="26968" y="793174"/>
                  </a:lnTo>
                  <a:cubicBezTo>
                    <a:pt x="12074" y="793174"/>
                    <a:pt x="0" y="781100"/>
                    <a:pt x="0" y="766206"/>
                  </a:cubicBezTo>
                  <a:lnTo>
                    <a:pt x="0" y="26968"/>
                  </a:lnTo>
                  <a:cubicBezTo>
                    <a:pt x="0" y="12074"/>
                    <a:pt x="12074" y="0"/>
                    <a:pt x="26968" y="0"/>
                  </a:cubicBezTo>
                  <a:close/>
                </a:path>
              </a:pathLst>
            </a:custGeom>
            <a:solidFill>
              <a:srgbClr val="F8F7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61484" cy="831274"/>
            </a:xfrm>
            <a:prstGeom prst="rect">
              <a:avLst/>
            </a:prstGeom>
          </p:spPr>
          <p:txBody>
            <a:bodyPr anchor="ctr" rtlCol="false" tIns="95900" lIns="95900" bIns="95900" rIns="959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6102" y="4758915"/>
            <a:ext cx="6996632" cy="287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8550" indent="-589275" lvl="1">
              <a:lnSpc>
                <a:spcPts val="7642"/>
              </a:lnSpc>
              <a:buFont typeface="Arial"/>
              <a:buChar char="•"/>
            </a:pPr>
            <a:r>
              <a:rPr lang="en-US" b="true" sz="5458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React</a:t>
            </a:r>
          </a:p>
          <a:p>
            <a:pPr algn="l" marL="1178550" indent="-589275" lvl="1">
              <a:lnSpc>
                <a:spcPts val="7642"/>
              </a:lnSpc>
              <a:buFont typeface="Arial"/>
              <a:buChar char="•"/>
            </a:pPr>
            <a:r>
              <a:rPr lang="en-US" b="true" sz="5458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Tailwind CSS</a:t>
            </a:r>
          </a:p>
          <a:p>
            <a:pPr algn="l" marL="1178550" indent="-589275" lvl="1">
              <a:lnSpc>
                <a:spcPts val="7642"/>
              </a:lnSpc>
              <a:buFont typeface="Arial"/>
              <a:buChar char="•"/>
            </a:pPr>
            <a:r>
              <a:rPr lang="en-US" b="true" sz="5458" i="true">
                <a:solidFill>
                  <a:srgbClr val="000000"/>
                </a:solidFill>
                <a:latin typeface="Asap Bold Italics"/>
                <a:ea typeface="Asap Bold Italics"/>
                <a:cs typeface="Asap Bold Italics"/>
                <a:sym typeface="Asap Bold Italics"/>
              </a:rPr>
              <a:t>Socket.IO Client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0" y="2920292"/>
            <a:ext cx="8556981" cy="5685252"/>
            <a:chOff x="0" y="0"/>
            <a:chExt cx="1193821" cy="7931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3821" cy="793174"/>
            </a:xfrm>
            <a:custGeom>
              <a:avLst/>
              <a:gdLst/>
              <a:ahLst/>
              <a:cxnLst/>
              <a:rect r="r" b="b" t="t" l="l"/>
              <a:pathLst>
                <a:path h="793174" w="1193821">
                  <a:moveTo>
                    <a:pt x="49761" y="0"/>
                  </a:moveTo>
                  <a:lnTo>
                    <a:pt x="1144060" y="0"/>
                  </a:lnTo>
                  <a:cubicBezTo>
                    <a:pt x="1171543" y="0"/>
                    <a:pt x="1193821" y="22279"/>
                    <a:pt x="1193821" y="49761"/>
                  </a:cubicBezTo>
                  <a:lnTo>
                    <a:pt x="1193821" y="743413"/>
                  </a:lnTo>
                  <a:cubicBezTo>
                    <a:pt x="1193821" y="770895"/>
                    <a:pt x="1171543" y="793174"/>
                    <a:pt x="1144060" y="793174"/>
                  </a:cubicBezTo>
                  <a:lnTo>
                    <a:pt x="49761" y="793174"/>
                  </a:lnTo>
                  <a:cubicBezTo>
                    <a:pt x="22279" y="793174"/>
                    <a:pt x="0" y="770895"/>
                    <a:pt x="0" y="743413"/>
                  </a:cubicBezTo>
                  <a:lnTo>
                    <a:pt x="0" y="49761"/>
                  </a:lnTo>
                  <a:cubicBezTo>
                    <a:pt x="0" y="22279"/>
                    <a:pt x="22279" y="0"/>
                    <a:pt x="49761" y="0"/>
                  </a:cubicBezTo>
                  <a:close/>
                </a:path>
              </a:pathLst>
            </a:custGeom>
            <a:solidFill>
              <a:srgbClr val="F8F7F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1193821" cy="916999"/>
            </a:xfrm>
            <a:prstGeom prst="rect">
              <a:avLst/>
            </a:prstGeom>
          </p:spPr>
          <p:txBody>
            <a:bodyPr anchor="ctr" rtlCol="false" tIns="95900" lIns="95900" bIns="95900" rIns="95900"/>
            <a:lstStyle/>
            <a:p>
              <a:pPr algn="l">
                <a:lnSpc>
                  <a:spcPts val="7642"/>
                </a:lnSpc>
              </a:pPr>
            </a:p>
            <a:p>
              <a:pPr algn="l" marL="1178550" indent="-589275" lvl="1">
                <a:lnSpc>
                  <a:spcPts val="76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5458" i="true">
                  <a:solidFill>
                    <a:srgbClr val="000000"/>
                  </a:solidFill>
                  <a:latin typeface="Asap Bold Italics"/>
                  <a:ea typeface="Asap Bold Italics"/>
                  <a:cs typeface="Asap Bold Italics"/>
                  <a:sym typeface="Asap Bold Italics"/>
                </a:rPr>
                <a:t>Node JS</a:t>
              </a:r>
            </a:p>
            <a:p>
              <a:pPr algn="l" marL="1178550" indent="-589275" lvl="1">
                <a:lnSpc>
                  <a:spcPts val="76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5458" i="true" strike="noStrike" u="none">
                  <a:solidFill>
                    <a:srgbClr val="000000"/>
                  </a:solidFill>
                  <a:latin typeface="Asap Bold Italics"/>
                  <a:ea typeface="Asap Bold Italics"/>
                  <a:cs typeface="Asap Bold Italics"/>
                  <a:sym typeface="Asap Bold Italics"/>
                </a:rPr>
                <a:t>Express JS</a:t>
              </a:r>
            </a:p>
            <a:p>
              <a:pPr algn="l" marL="1178550" indent="-589275" lvl="1">
                <a:lnSpc>
                  <a:spcPts val="76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5458" i="true" strike="noStrike" u="none">
                  <a:solidFill>
                    <a:srgbClr val="000000"/>
                  </a:solidFill>
                  <a:latin typeface="Asap Bold Italics"/>
                  <a:ea typeface="Asap Bold Italics"/>
                  <a:cs typeface="Asap Bold Italics"/>
                  <a:sym typeface="Asap Bold Italics"/>
                </a:rPr>
                <a:t>MongoDB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06102" y="3446107"/>
            <a:ext cx="8325194" cy="77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38"/>
              </a:lnSpc>
              <a:spcBef>
                <a:spcPct val="0"/>
              </a:spcBef>
            </a:pPr>
            <a:r>
              <a:rPr lang="en-US" sz="5613" spc="84" strike="noStrike" u="none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FRONTEND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62806" y="3446107"/>
            <a:ext cx="8325194" cy="77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38"/>
              </a:lnSpc>
              <a:spcBef>
                <a:spcPct val="0"/>
              </a:spcBef>
            </a:pPr>
            <a:r>
              <a:rPr lang="en-US" sz="5613" spc="8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back</a:t>
            </a:r>
            <a:r>
              <a:rPr lang="en-US" sz="5613" spc="84" strike="noStrike" u="none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263617" y="-3244042"/>
            <a:ext cx="7012809" cy="20309646"/>
            <a:chOff x="0" y="0"/>
            <a:chExt cx="1846995" cy="5349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6995" cy="5349042"/>
            </a:xfrm>
            <a:custGeom>
              <a:avLst/>
              <a:gdLst/>
              <a:ahLst/>
              <a:cxnLst/>
              <a:rect r="r" b="b" t="t" l="l"/>
              <a:pathLst>
                <a:path h="5349042" w="1846995">
                  <a:moveTo>
                    <a:pt x="0" y="0"/>
                  </a:moveTo>
                  <a:lnTo>
                    <a:pt x="1846995" y="0"/>
                  </a:lnTo>
                  <a:lnTo>
                    <a:pt x="1846995" y="5349042"/>
                  </a:lnTo>
                  <a:lnTo>
                    <a:pt x="0" y="5349042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46995" cy="5387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64969" y="9258300"/>
            <a:ext cx="23017939" cy="5013787"/>
            <a:chOff x="0" y="0"/>
            <a:chExt cx="6062338" cy="1320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2338" cy="1320504"/>
            </a:xfrm>
            <a:custGeom>
              <a:avLst/>
              <a:gdLst/>
              <a:ahLst/>
              <a:cxnLst/>
              <a:rect r="r" b="b" t="t" l="l"/>
              <a:pathLst>
                <a:path h="1320504" w="6062338">
                  <a:moveTo>
                    <a:pt x="3031169" y="0"/>
                  </a:moveTo>
                  <a:cubicBezTo>
                    <a:pt x="1357101" y="0"/>
                    <a:pt x="0" y="295605"/>
                    <a:pt x="0" y="660252"/>
                  </a:cubicBezTo>
                  <a:cubicBezTo>
                    <a:pt x="0" y="1024899"/>
                    <a:pt x="1357101" y="1320504"/>
                    <a:pt x="3031169" y="1320504"/>
                  </a:cubicBezTo>
                  <a:cubicBezTo>
                    <a:pt x="4705237" y="1320504"/>
                    <a:pt x="6062338" y="1024899"/>
                    <a:pt x="6062338" y="660252"/>
                  </a:cubicBezTo>
                  <a:cubicBezTo>
                    <a:pt x="6062338" y="295605"/>
                    <a:pt x="4705237" y="0"/>
                    <a:pt x="3031169" y="0"/>
                  </a:cubicBez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68344" y="85697"/>
              <a:ext cx="4925649" cy="1111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97267" y="5143500"/>
            <a:ext cx="7893465" cy="5066170"/>
          </a:xfrm>
          <a:custGeom>
            <a:avLst/>
            <a:gdLst/>
            <a:ahLst/>
            <a:cxnLst/>
            <a:rect r="r" b="b" t="t" l="l"/>
            <a:pathLst>
              <a:path h="5066170" w="7893465">
                <a:moveTo>
                  <a:pt x="0" y="0"/>
                </a:moveTo>
                <a:lnTo>
                  <a:pt x="7893466" y="0"/>
                </a:lnTo>
                <a:lnTo>
                  <a:pt x="7893466" y="5066170"/>
                </a:lnTo>
                <a:lnTo>
                  <a:pt x="0" y="5066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39866" y="667333"/>
            <a:ext cx="11322184" cy="105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1"/>
              </a:lnSpc>
              <a:spcBef>
                <a:spcPct val="0"/>
              </a:spcBef>
            </a:pPr>
            <a:r>
              <a:rPr lang="en-US" sz="7713" spc="11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4167" y="2156695"/>
            <a:ext cx="17005620" cy="23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2"/>
              </a:lnSpc>
              <a:spcBef>
                <a:spcPct val="0"/>
              </a:spcBef>
            </a:pPr>
            <a:r>
              <a:rPr lang="en-US" sz="4254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ea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mUp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mplifies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collabo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ration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f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or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stude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by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co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mbi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g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pro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j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ect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anage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ment,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tas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k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t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r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ac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ki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ng,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co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munic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,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an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d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f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ti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s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in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on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 platform</a:t>
            </a:r>
            <a:r>
              <a:rPr lang="en-US" sz="4254" strike="noStrike" u="none">
                <a:solidFill>
                  <a:srgbClr val="000000">
                    <a:alpha val="73725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7019" y="412661"/>
            <a:ext cx="1438166" cy="1447130"/>
            <a:chOff x="0" y="0"/>
            <a:chExt cx="1917555" cy="192950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14300" y="126252"/>
              <a:ext cx="1803255" cy="1803255"/>
              <a:chOff x="0" y="0"/>
              <a:chExt cx="356199" cy="35619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56199" cy="356199"/>
              </a:xfrm>
              <a:custGeom>
                <a:avLst/>
                <a:gdLst/>
                <a:ahLst/>
                <a:cxnLst/>
                <a:rect r="r" b="b" t="t" l="l"/>
                <a:pathLst>
                  <a:path h="356199" w="356199">
                    <a:moveTo>
                      <a:pt x="0" y="0"/>
                    </a:moveTo>
                    <a:lnTo>
                      <a:pt x="356199" y="0"/>
                    </a:lnTo>
                    <a:lnTo>
                      <a:pt x="356199" y="356199"/>
                    </a:lnTo>
                    <a:lnTo>
                      <a:pt x="0" y="356199"/>
                    </a:lnTo>
                    <a:close/>
                  </a:path>
                </a:pathLst>
              </a:custGeom>
              <a:solidFill>
                <a:srgbClr val="2B3E5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56199" cy="3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1803255" cy="1803255"/>
              <a:chOff x="0" y="0"/>
              <a:chExt cx="356199" cy="35619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56199" cy="356199"/>
              </a:xfrm>
              <a:custGeom>
                <a:avLst/>
                <a:gdLst/>
                <a:ahLst/>
                <a:cxnLst/>
                <a:rect r="r" b="b" t="t" l="l"/>
                <a:pathLst>
                  <a:path h="356199" w="356199">
                    <a:moveTo>
                      <a:pt x="0" y="0"/>
                    </a:moveTo>
                    <a:lnTo>
                      <a:pt x="356199" y="0"/>
                    </a:lnTo>
                    <a:lnTo>
                      <a:pt x="356199" y="356199"/>
                    </a:lnTo>
                    <a:lnTo>
                      <a:pt x="0" y="356199"/>
                    </a:lnTo>
                    <a:close/>
                  </a:path>
                </a:pathLst>
              </a:custGeom>
              <a:solidFill>
                <a:srgbClr val="EEC04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56199" cy="394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02989" y="161177"/>
              <a:ext cx="997277" cy="130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59"/>
                </a:lnSpc>
              </a:pPr>
              <a:r>
                <a:rPr lang="en-US" sz="58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0581" y="-299633"/>
            <a:ext cx="22330348" cy="10586633"/>
          </a:xfrm>
          <a:custGeom>
            <a:avLst/>
            <a:gdLst/>
            <a:ahLst/>
            <a:cxnLst/>
            <a:rect r="r" b="b" t="t" l="l"/>
            <a:pathLst>
              <a:path h="10586633" w="22330348">
                <a:moveTo>
                  <a:pt x="0" y="0"/>
                </a:moveTo>
                <a:lnTo>
                  <a:pt x="22330348" y="0"/>
                </a:lnTo>
                <a:lnTo>
                  <a:pt x="22330348" y="10586633"/>
                </a:lnTo>
                <a:lnTo>
                  <a:pt x="0" y="1058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417145">
            <a:off x="14356447" y="-5662304"/>
            <a:ext cx="2482610" cy="11963665"/>
            <a:chOff x="0" y="0"/>
            <a:chExt cx="653856" cy="31509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3856" cy="3150924"/>
            </a:xfrm>
            <a:custGeom>
              <a:avLst/>
              <a:gdLst/>
              <a:ahLst/>
              <a:cxnLst/>
              <a:rect r="r" b="b" t="t" l="l"/>
              <a:pathLst>
                <a:path h="3150924" w="653856">
                  <a:moveTo>
                    <a:pt x="0" y="0"/>
                  </a:moveTo>
                  <a:lnTo>
                    <a:pt x="653856" y="0"/>
                  </a:lnTo>
                  <a:lnTo>
                    <a:pt x="653856" y="3150924"/>
                  </a:lnTo>
                  <a:lnTo>
                    <a:pt x="0" y="3150924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3856" cy="3189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87913" y="6224830"/>
            <a:ext cx="9400087" cy="2461114"/>
          </a:xfrm>
          <a:custGeom>
            <a:avLst/>
            <a:gdLst/>
            <a:ahLst/>
            <a:cxnLst/>
            <a:rect r="r" b="b" t="t" l="l"/>
            <a:pathLst>
              <a:path h="2461114" w="9400087">
                <a:moveTo>
                  <a:pt x="0" y="0"/>
                </a:moveTo>
                <a:lnTo>
                  <a:pt x="9400087" y="0"/>
                </a:lnTo>
                <a:lnTo>
                  <a:pt x="9400087" y="2461114"/>
                </a:lnTo>
                <a:lnTo>
                  <a:pt x="0" y="246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95746" y="2232276"/>
            <a:ext cx="7863554" cy="7177281"/>
          </a:xfrm>
          <a:custGeom>
            <a:avLst/>
            <a:gdLst/>
            <a:ahLst/>
            <a:cxnLst/>
            <a:rect r="r" b="b" t="t" l="l"/>
            <a:pathLst>
              <a:path h="7177281" w="7863554">
                <a:moveTo>
                  <a:pt x="0" y="0"/>
                </a:moveTo>
                <a:lnTo>
                  <a:pt x="7863554" y="0"/>
                </a:lnTo>
                <a:lnTo>
                  <a:pt x="7863554" y="7177281"/>
                </a:lnTo>
                <a:lnTo>
                  <a:pt x="0" y="71772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612810">
            <a:off x="-1150532" y="-1053173"/>
            <a:ext cx="4197995" cy="11804436"/>
            <a:chOff x="0" y="0"/>
            <a:chExt cx="1105645" cy="3108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5645" cy="3108987"/>
            </a:xfrm>
            <a:custGeom>
              <a:avLst/>
              <a:gdLst/>
              <a:ahLst/>
              <a:cxnLst/>
              <a:rect r="r" b="b" t="t" l="l"/>
              <a:pathLst>
                <a:path h="3108987" w="1105645">
                  <a:moveTo>
                    <a:pt x="0" y="0"/>
                  </a:moveTo>
                  <a:lnTo>
                    <a:pt x="1105645" y="0"/>
                  </a:lnTo>
                  <a:lnTo>
                    <a:pt x="1105645" y="3108987"/>
                  </a:lnTo>
                  <a:lnTo>
                    <a:pt x="0" y="3108987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05645" cy="3147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523860" y="1116405"/>
            <a:ext cx="735440" cy="215750"/>
          </a:xfrm>
          <a:custGeom>
            <a:avLst/>
            <a:gdLst/>
            <a:ahLst/>
            <a:cxnLst/>
            <a:rect r="r" b="b" t="t" l="l"/>
            <a:pathLst>
              <a:path h="215750" w="735440">
                <a:moveTo>
                  <a:pt x="0" y="0"/>
                </a:moveTo>
                <a:lnTo>
                  <a:pt x="735440" y="0"/>
                </a:lnTo>
                <a:lnTo>
                  <a:pt x="735440" y="215750"/>
                </a:lnTo>
                <a:lnTo>
                  <a:pt x="0" y="21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24843" y="7783336"/>
            <a:ext cx="7970483" cy="2086817"/>
          </a:xfrm>
          <a:custGeom>
            <a:avLst/>
            <a:gdLst/>
            <a:ahLst/>
            <a:cxnLst/>
            <a:rect r="r" b="b" t="t" l="l"/>
            <a:pathLst>
              <a:path h="2086817" w="7970483">
                <a:moveTo>
                  <a:pt x="0" y="0"/>
                </a:moveTo>
                <a:lnTo>
                  <a:pt x="7970483" y="0"/>
                </a:lnTo>
                <a:lnTo>
                  <a:pt x="7970483" y="2086818"/>
                </a:lnTo>
                <a:lnTo>
                  <a:pt x="0" y="2086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60438" y="9068186"/>
            <a:ext cx="4491019" cy="801968"/>
          </a:xfrm>
          <a:custGeom>
            <a:avLst/>
            <a:gdLst/>
            <a:ahLst/>
            <a:cxnLst/>
            <a:rect r="r" b="b" t="t" l="l"/>
            <a:pathLst>
              <a:path h="801968" w="4491019">
                <a:moveTo>
                  <a:pt x="0" y="0"/>
                </a:moveTo>
                <a:lnTo>
                  <a:pt x="4491019" y="0"/>
                </a:lnTo>
                <a:lnTo>
                  <a:pt x="4491019" y="801968"/>
                </a:lnTo>
                <a:lnTo>
                  <a:pt x="0" y="8019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82691" y="9537129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1"/>
                </a:lnTo>
                <a:lnTo>
                  <a:pt x="0" y="749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95996" y="1934327"/>
            <a:ext cx="293723" cy="1016023"/>
          </a:xfrm>
          <a:custGeom>
            <a:avLst/>
            <a:gdLst/>
            <a:ahLst/>
            <a:cxnLst/>
            <a:rect r="r" b="b" t="t" l="l"/>
            <a:pathLst>
              <a:path h="1016023" w="293723">
                <a:moveTo>
                  <a:pt x="0" y="0"/>
                </a:moveTo>
                <a:lnTo>
                  <a:pt x="293723" y="0"/>
                </a:lnTo>
                <a:lnTo>
                  <a:pt x="293723" y="1016023"/>
                </a:lnTo>
                <a:lnTo>
                  <a:pt x="0" y="1016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24419">
            <a:off x="16998637" y="2347473"/>
            <a:ext cx="422099" cy="863027"/>
          </a:xfrm>
          <a:custGeom>
            <a:avLst/>
            <a:gdLst/>
            <a:ahLst/>
            <a:cxnLst/>
            <a:rect r="r" b="b" t="t" l="l"/>
            <a:pathLst>
              <a:path h="863027" w="422099">
                <a:moveTo>
                  <a:pt x="0" y="0"/>
                </a:moveTo>
                <a:lnTo>
                  <a:pt x="422099" y="0"/>
                </a:lnTo>
                <a:lnTo>
                  <a:pt x="422099" y="863027"/>
                </a:lnTo>
                <a:lnTo>
                  <a:pt x="0" y="8630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56052" y="3262441"/>
            <a:ext cx="11667198" cy="255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3"/>
              </a:lnSpc>
              <a:spcBef>
                <a:spcPct val="0"/>
              </a:spcBef>
            </a:pPr>
            <a:r>
              <a:rPr lang="en-US" sz="14867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THANK YOU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087885" y="5820916"/>
            <a:ext cx="5248950" cy="918113"/>
            <a:chOff x="0" y="0"/>
            <a:chExt cx="6998601" cy="122415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998601" cy="1224150"/>
              <a:chOff x="0" y="0"/>
              <a:chExt cx="1344454" cy="23516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44454" cy="235163"/>
              </a:xfrm>
              <a:custGeom>
                <a:avLst/>
                <a:gdLst/>
                <a:ahLst/>
                <a:cxnLst/>
                <a:rect r="r" b="b" t="t" l="l"/>
                <a:pathLst>
                  <a:path h="235163" w="1344454">
                    <a:moveTo>
                      <a:pt x="117582" y="0"/>
                    </a:moveTo>
                    <a:lnTo>
                      <a:pt x="1226872" y="0"/>
                    </a:lnTo>
                    <a:cubicBezTo>
                      <a:pt x="1291811" y="0"/>
                      <a:pt x="1344454" y="52643"/>
                      <a:pt x="1344454" y="117582"/>
                    </a:cubicBezTo>
                    <a:lnTo>
                      <a:pt x="1344454" y="117582"/>
                    </a:lnTo>
                    <a:cubicBezTo>
                      <a:pt x="1344454" y="182520"/>
                      <a:pt x="1291811" y="235163"/>
                      <a:pt x="1226872" y="235163"/>
                    </a:cubicBezTo>
                    <a:lnTo>
                      <a:pt x="117582" y="235163"/>
                    </a:lnTo>
                    <a:cubicBezTo>
                      <a:pt x="52643" y="235163"/>
                      <a:pt x="0" y="182520"/>
                      <a:pt x="0" y="117582"/>
                    </a:cubicBezTo>
                    <a:lnTo>
                      <a:pt x="0" y="117582"/>
                    </a:lnTo>
                    <a:cubicBezTo>
                      <a:pt x="0" y="52643"/>
                      <a:pt x="52643" y="0"/>
                      <a:pt x="117582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344454" cy="2732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93898" y="98609"/>
              <a:ext cx="6010805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b="true" sz="37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By Innov MasterZ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589494"/>
            <a:ext cx="9512619" cy="12334473"/>
            <a:chOff x="0" y="0"/>
            <a:chExt cx="2505381" cy="3248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5381" cy="3248585"/>
            </a:xfrm>
            <a:custGeom>
              <a:avLst/>
              <a:gdLst/>
              <a:ahLst/>
              <a:cxnLst/>
              <a:rect r="r" b="b" t="t" l="l"/>
              <a:pathLst>
                <a:path h="3248585" w="2505381">
                  <a:moveTo>
                    <a:pt x="0" y="0"/>
                  </a:moveTo>
                  <a:lnTo>
                    <a:pt x="2505381" y="0"/>
                  </a:lnTo>
                  <a:lnTo>
                    <a:pt x="2505381" y="3248585"/>
                  </a:lnTo>
                  <a:lnTo>
                    <a:pt x="0" y="3248585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5381" cy="3286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011768">
            <a:off x="12985398" y="-3831662"/>
            <a:ext cx="8134998" cy="14531518"/>
            <a:chOff x="0" y="0"/>
            <a:chExt cx="2142551" cy="3827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2551" cy="3827231"/>
            </a:xfrm>
            <a:custGeom>
              <a:avLst/>
              <a:gdLst/>
              <a:ahLst/>
              <a:cxnLst/>
              <a:rect r="r" b="b" t="t" l="l"/>
              <a:pathLst>
                <a:path h="3827231" w="2142551">
                  <a:moveTo>
                    <a:pt x="0" y="0"/>
                  </a:moveTo>
                  <a:lnTo>
                    <a:pt x="2142551" y="0"/>
                  </a:lnTo>
                  <a:lnTo>
                    <a:pt x="2142551" y="3827231"/>
                  </a:lnTo>
                  <a:lnTo>
                    <a:pt x="0" y="3827231"/>
                  </a:lnTo>
                  <a:close/>
                </a:path>
              </a:pathLst>
            </a:custGeom>
            <a:solidFill>
              <a:srgbClr val="5CE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42551" cy="3865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53504" y="94689"/>
            <a:ext cx="1352441" cy="1352441"/>
            <a:chOff x="0" y="0"/>
            <a:chExt cx="356199" cy="356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2B3E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67779" y="0"/>
            <a:ext cx="1352441" cy="1352441"/>
            <a:chOff x="0" y="0"/>
            <a:chExt cx="356199" cy="356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6199" cy="356199"/>
            </a:xfrm>
            <a:custGeom>
              <a:avLst/>
              <a:gdLst/>
              <a:ahLst/>
              <a:cxnLst/>
              <a:rect r="r" b="b" t="t" l="l"/>
              <a:pathLst>
                <a:path h="356199" w="356199">
                  <a:moveTo>
                    <a:pt x="0" y="0"/>
                  </a:moveTo>
                  <a:lnTo>
                    <a:pt x="356199" y="0"/>
                  </a:lnTo>
                  <a:lnTo>
                    <a:pt x="356199" y="356199"/>
                  </a:lnTo>
                  <a:lnTo>
                    <a:pt x="0" y="356199"/>
                  </a:lnTo>
                  <a:close/>
                </a:path>
              </a:pathLst>
            </a:custGeom>
            <a:solidFill>
              <a:srgbClr val="EEC04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56199" cy="39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523627" y="1749819"/>
            <a:ext cx="4205109" cy="7436688"/>
          </a:xfrm>
          <a:custGeom>
            <a:avLst/>
            <a:gdLst/>
            <a:ahLst/>
            <a:cxnLst/>
            <a:rect r="r" b="b" t="t" l="l"/>
            <a:pathLst>
              <a:path h="7436688" w="4205109">
                <a:moveTo>
                  <a:pt x="0" y="0"/>
                </a:moveTo>
                <a:lnTo>
                  <a:pt x="4205109" y="0"/>
                </a:lnTo>
                <a:lnTo>
                  <a:pt x="4205109" y="7436688"/>
                </a:lnTo>
                <a:lnTo>
                  <a:pt x="0" y="743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220200" y="1904851"/>
            <a:ext cx="7325979" cy="212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Stay </a:t>
            </a:r>
            <a:r>
              <a:rPr lang="en-US" sz="60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Calm During Uncertainty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79369" y="4674124"/>
            <a:ext cx="6366810" cy="358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2B3E56"/>
                </a:solidFill>
                <a:latin typeface="Canva Sans"/>
                <a:ea typeface="Canva Sans"/>
                <a:cs typeface="Canva Sans"/>
                <a:sym typeface="Canva Sans"/>
              </a:rPr>
              <a:t>Staying c</a:t>
            </a:r>
            <a:r>
              <a:rPr lang="en-US" sz="2900">
                <a:solidFill>
                  <a:srgbClr val="2B3E56"/>
                </a:solidFill>
                <a:latin typeface="Canva Sans"/>
                <a:ea typeface="Canva Sans"/>
                <a:cs typeface="Canva Sans"/>
                <a:sym typeface="Canva Sans"/>
              </a:rPr>
              <a:t>alm during uncertainty helps teams feel secure. Adaptive leaders maintain composure, providing clear direction while addressing challenges, ensuring teams remain focused and confident during transitions.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70021" y="94689"/>
            <a:ext cx="747958" cy="100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629097" y="9491307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1"/>
                </a:lnTo>
                <a:lnTo>
                  <a:pt x="0" y="7498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989975" y="8883365"/>
            <a:ext cx="4199277" cy="749871"/>
          </a:xfrm>
          <a:custGeom>
            <a:avLst/>
            <a:gdLst/>
            <a:ahLst/>
            <a:cxnLst/>
            <a:rect r="r" b="b" t="t" l="l"/>
            <a:pathLst>
              <a:path h="749871" w="4199277">
                <a:moveTo>
                  <a:pt x="0" y="0"/>
                </a:moveTo>
                <a:lnTo>
                  <a:pt x="4199277" y="0"/>
                </a:lnTo>
                <a:lnTo>
                  <a:pt x="4199277" y="749870"/>
                </a:lnTo>
                <a:lnTo>
                  <a:pt x="0" y="749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83442" y="7988992"/>
            <a:ext cx="6685478" cy="1750380"/>
          </a:xfrm>
          <a:custGeom>
            <a:avLst/>
            <a:gdLst/>
            <a:ahLst/>
            <a:cxnLst/>
            <a:rect r="r" b="b" t="t" l="l"/>
            <a:pathLst>
              <a:path h="1750380" w="6685478">
                <a:moveTo>
                  <a:pt x="0" y="0"/>
                </a:moveTo>
                <a:lnTo>
                  <a:pt x="6685478" y="0"/>
                </a:lnTo>
                <a:lnTo>
                  <a:pt x="6685478" y="1750380"/>
                </a:lnTo>
                <a:lnTo>
                  <a:pt x="0" y="1750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2968663">
            <a:off x="1854052" y="1443802"/>
            <a:ext cx="710500" cy="1020300"/>
          </a:xfrm>
          <a:custGeom>
            <a:avLst/>
            <a:gdLst/>
            <a:ahLst/>
            <a:cxnLst/>
            <a:rect r="r" b="b" t="t" l="l"/>
            <a:pathLst>
              <a:path h="1020300" w="710500">
                <a:moveTo>
                  <a:pt x="0" y="0"/>
                </a:moveTo>
                <a:lnTo>
                  <a:pt x="710499" y="0"/>
                </a:lnTo>
                <a:lnTo>
                  <a:pt x="710499" y="1020300"/>
                </a:lnTo>
                <a:lnTo>
                  <a:pt x="0" y="102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8947734">
            <a:off x="6373486" y="1618351"/>
            <a:ext cx="710500" cy="1020300"/>
          </a:xfrm>
          <a:custGeom>
            <a:avLst/>
            <a:gdLst/>
            <a:ahLst/>
            <a:cxnLst/>
            <a:rect r="r" b="b" t="t" l="l"/>
            <a:pathLst>
              <a:path h="1020300" w="710500">
                <a:moveTo>
                  <a:pt x="0" y="0"/>
                </a:moveTo>
                <a:lnTo>
                  <a:pt x="710500" y="0"/>
                </a:lnTo>
                <a:lnTo>
                  <a:pt x="710500" y="1020300"/>
                </a:lnTo>
                <a:lnTo>
                  <a:pt x="0" y="1020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DAHCumZNilo</dc:identifier>
  <dcterms:modified xsi:type="dcterms:W3CDTF">2011-08-01T06:04:30Z</dcterms:modified>
  <cp:revision>1</cp:revision>
  <dc:title>Adaptive leaders understand that change is a part of growth. Instead of resisting, they guide teams to adjust with confidence, helping members stay focused while embracing opportunities within change.</dc:title>
</cp:coreProperties>
</file>